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214" d="100"/>
          <a:sy n="214" d="100"/>
        </p:scale>
        <p:origin x="-2864" y="-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BA7E-9EE6-9D53-1C89-DEA32B22D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D48D8-7CD6-D057-D1CF-024D76927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3D1C7-3065-FC10-E6AA-F7BCE473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723C-7F87-213B-AEE2-30276602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9496-F8F6-CEAD-424B-F51E9AED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1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092F-75FA-C6B1-5ABA-44D64570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6AF9E-5D21-728F-B1DD-8A388FE22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73E09-7040-458D-EB61-BDD081A6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D39E-EB8E-23FF-0B49-26FC036E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C7B7B-A558-F959-FBB7-FAC95F28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635E-93AD-AF0C-3F23-097FDDB9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343E3-8EA8-79A7-E562-A5A66AF8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BC6A-608D-5CDC-A791-59C22377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D1F35-16F0-6DC3-0690-AE2E701D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D695-78B3-19C6-FE77-2533925A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5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CBA4-C9F6-04C7-5007-51764557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5E9AA-AD4D-757E-E1BC-43EFF99B6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76B60-DA96-CE3E-01D7-5A6844430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A8FFB-22BE-7098-D9C7-2F7F60FA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9F110-7FE5-011D-437B-E092396E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5B234-2BE3-A4CF-1880-5DA462D8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2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BB40-F6CB-61BE-2B0B-1F254288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A1A29-1617-68EC-E487-A3290575B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DFE6B-E8CF-53A9-8AF3-26D6B2CD9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BC90F-AD55-E869-E210-3F882BE02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92E9A-8D66-7BD6-3D9E-33C7A4C1E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66503-BF4C-AAE0-225F-BD1E6B4F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4C899-82A0-3587-2BA9-B51E66F3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79D7E-C011-93E1-03E0-329D3F57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5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7203-A452-865A-E4A0-2D3F75F2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465EA-85B3-71CC-36D7-9FB8D78F1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1BD11-4206-888A-0C9F-7B627DEF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3B434-CA15-6ACE-0B3C-50CCEB7C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4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65D50-9728-CFBF-A064-F9AB553D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1498A-F605-8C00-4519-88F864D9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C5B1-F627-BC46-5740-B26C927E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9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4440-76AE-6534-D5E5-6E50E32B1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F232-7A8F-A135-2A03-3B48FBFCA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0A891-601C-2669-55AA-279326E5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E4BA2-9211-4F55-8025-59ED70CB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77B61-9D4D-138F-D28E-1AC52CB9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EC3E0-A076-E66B-528B-6E4F3687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7CB1-57E6-EC43-B39D-54410EA9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83589-4733-9E9F-A58C-254F0E1DE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C235-98DC-A65F-1ED9-E3FAC79D4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702D4-076D-2598-FBB7-4FB5BE77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0AB40-8F03-1179-0A23-C3B13834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E4B4B-CC5B-2695-844B-21C11760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9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A968-DBDC-0972-7124-FB1ABB9C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9768F-1378-5480-7888-1DCCEC66B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AA8CC-9E30-2876-3AD8-F95D0BF7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187C7-CC83-EE6B-D3C6-94188D72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2C2D7-6487-760B-0ED9-D420421A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1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81751-1987-B2A4-9E70-8C00949EF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56B99-5B5B-F112-84B0-80984AAC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A2F79-D19B-9205-A4FE-4D1A0CEC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20D4F-FBBC-992F-54C1-5B10B7A9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9475-1DA6-BABC-08D5-C7028673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5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8E7A4-FAAC-49EF-5CED-47602550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BD8BF-3B70-F4DC-A022-91731EE6F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F85F2-ECF2-91BF-EE10-EEDA25238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B4E3B-2778-6544-8E38-151470DDD05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0449-2365-447E-49FE-03D6AE7BE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2C39A-93D6-D54B-68E9-85A3E4CF8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707B9-D72F-D046-A194-350A0935F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ion with a crown and sword&#10;&#10;AI-generated content may be incorrect.">
            <a:extLst>
              <a:ext uri="{FF2B5EF4-FFF2-40B4-BE49-F238E27FC236}">
                <a16:creationId xmlns:a16="http://schemas.microsoft.com/office/drawing/2014/main" id="{41D48492-1013-6A4A-D6CC-5F2D014D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2540000"/>
            <a:ext cx="1803400" cy="177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366CFD-0FCD-4D36-610B-AC8B8CE392DE}"/>
              </a:ext>
            </a:extLst>
          </p:cNvPr>
          <p:cNvSpPr/>
          <p:nvPr/>
        </p:nvSpPr>
        <p:spPr>
          <a:xfrm rot="8510852">
            <a:off x="6341961" y="4034411"/>
            <a:ext cx="889745" cy="535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81EC4-C6E5-25A5-AA51-8E92AEFFF241}"/>
              </a:ext>
            </a:extLst>
          </p:cNvPr>
          <p:cNvSpPr/>
          <p:nvPr/>
        </p:nvSpPr>
        <p:spPr>
          <a:xfrm rot="13612588">
            <a:off x="4938696" y="3901803"/>
            <a:ext cx="889745" cy="535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6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2025-10-09T11:00:52Z</dcterms:created>
  <dcterms:modified xsi:type="dcterms:W3CDTF">2025-10-09T11:03:26Z</dcterms:modified>
</cp:coreProperties>
</file>